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잘하는 사람의 속도를 따라갈 필요는 없습니다. 내 폴더에서 파일 하나를 여는 것부터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목표를 읽고 현재 가장 어려울 것 같은 항목을 묻습니다. 마지막에는 같은 세 항목을 파일과 실제 동작으로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로그인·설치가 막힌 수강생을 파악합니다. 비밀번호 입력은 본인이 직접 합니다. 해결되지 않으면 관찰 실습과 보충 실습을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저장했다는 답변만 보고 완료라고 할 수 있을까요? 10초 생각할 시간을 주세요. 확인 답: 아니요. 결과 파일의 위치를 찾아 실제 내용을 열어봐야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금요일이라고 적으면 더 친절한 결과인가요? 10초 생각할 시간을 주세요. 확인 답: 원문에 금요일이 없으므로 잘못된 정보입니다. 미정으로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작업에서 바꿀 두 가지는 무엇일까요? 10초 생각할 시간을 주세요. 확인 답: 읽을 입력 파일과 저장할 출력 파일의 이름입니다.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지금은 따라 누르지 말고 보세요. 요청 전에 폴더를 확인하고 끝나면 실제 파일을 열겠습니다. 사전 준비한 실습 폴더를 열고 입력·요청·출력을 소리 내어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답을 바로 공개하지 말고 수강생에게 근거를 묻습니다. 원문에는 마감일이 없습니다. 자연스러운 문장이 곧 사실은 아닙니다. 해결: 담당자와 마감일을 원문과 대조하고 금요일을 미정으로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단계씩 실행하세요. 파일을 찾았다면 이름과 마감일을 읽어보세요. 설명 후 손을 떼고 모두가 같은 단계에 도착했는지 확인합니다. 진행자가 대신 완료하지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완료자는 화면을 그대로 두고 주변 학습자에게 정답 대신 확인할 위치를 말해줍니다. 개인정보가 보이는 창은 공유하지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지연 원인을 설치·파일·요청·결과로 분류합니다. 빠른 학습자에게 기능을 늘리게 하지 않고 결과 검토를 맡깁니다.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입력과 출력 이름부터 직접 정해보세요. 힌트는 필요할 때 한 개씩 드리겠습니다. 첫 5분은 혼자 시작하게 합니다. 도움은 힌트 1→2→3 순으로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수강생의 실제 파일이나 동작을 봅니다. AI의 완료 답변만으로 확인하지 않습니다. 경로와 재시작 방법도 질문합니다.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항목 0·1·2점의 행동 기준은 교재 평가표를 봅니다. 권장 기준은 6점 이상이며 모든 항목 1점 이상입니다. 미달 항목을 다른 입력으로 다시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독립 시도 후에만 보여줍니다. 문장 일치 대신 사실·동작·보존을 평가합니다. 모범 답안과 같은 말을 썼다는 이유로 통과시키지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학습자가 복습할 파일과 다음 행동을 직접 말하게 합니다. 수업 기록지에 해결 못 한 항목과 보충할 단계를 남깁니다.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F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26430D"/>
                </a:solidFill>
                <a:latin typeface="맑은 고딕"/>
              </a:defRPr>
            </a:pPr>
            <a:r>
              <a:t>CLASS 01 /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200" b="1">
                <a:solidFill>
                  <a:srgbClr val="071126"/>
                </a:solidFill>
                <a:latin typeface="맑은 고딕"/>
              </a:defRPr>
            </a:pPr>
            <a:r>
              <a:t>메모 한 장을 맡기고, 결과 파일을 직접 확인하는 첫 경험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26352E"/>
                </a:solidFill>
                <a:latin typeface="맑은 고딕"/>
              </a:defRPr>
            </a:pPr>
            <a:r>
              <a:t>• Codex 첫걸음과 첫 자동화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26352E"/>
                </a:solidFill>
                <a:latin typeface="맑은 고딕"/>
              </a:defRPr>
            </a:pPr>
            <a:r>
              <a:t>• 시연 → 함께 실행 → 혼자 반복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26430D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26430D"/>
                </a:solidFill>
                <a:latin typeface="맑은 고딕"/>
              </a:defRPr>
            </a:pPr>
            <a: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오늘의 완료는 파일로 보여줍니다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입력 파일과 저장할 파일을 구분해 요청할 수 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원문에 없는 담당자·날짜를 찾아 미정으로 고칠 수 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새 메모와 새 파일 이름으로 같은 작업을 혼자 반복할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CHECK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시작하기 전에, 내 상태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수업 전 45분 설치 도움 시간을 권장합니다. 본인 기기에서 Codex 로그인과 연습 폴더 열기까지 확인합니다. 미완료자는 교재 01단계를 진행자와 먼저 수행합니다.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준비 / 도움이 필요 / 아직 못함 중 현재 상태를 표시하세요.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대화와 파일은 달라요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대화창에 요약이 보여도 내 컴퓨터에 파일이 생겼다는 뜻은 아닙니다. 읽을 파일과 저장할 이름을 말하고 폴더에서 실제 결과를 열어 확인합니다.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memo-01.txt → 요청 → result-01.txt → 실제 파일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빠른 답도 원문과 비교해요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같은 요청에도 표현은 달라질 수 있습니다. 이름·작업·날짜가 원문과 같은지 봅니다. 원문에 없는 내용을 자연스럽게 채웠다면 오류입니다.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원문: 마감일은 정하지 않았다 / 결과: 마감일 미정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반복할 규칙을 남겨요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이번 수업은 내가 요청할 때 실행하는 반복 작업입니다. 입력과 출력 이름만 바꾸고 같은 정리 규칙을 씁니다. 정해진 시각에 스스로 실행하는 예약은 다음 학습입니다.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첫 번째: memo-01 → result-01 / 두 번째: memo-02 → result-02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먼저 전체 흐름을 관찰해요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첫 메모에서 결과를 만드는 전 과정을 보여줍니다.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민지·준호의 마감일이 모두 미정임을 찾는다.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지금은 보고, 다음 단계에서 직접 따라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SPOT THE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 결과에서 이상한 점을 찾아요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민지 / 소개 문구 / 금요일까지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어느 원문 또는 동작과 맞지 않나요?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이제 내 컴퓨터에서 한 단계씩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첫 결과를 만들고 원문과 대조합니다.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교재 02~05 단계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첫 결과 파일의 두 작업을 보여준다.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잠깐 멈추고, 결과를 열어봐요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첫 결과 파일의 두 작업을 보여준다.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설명한 결과와 실제 결과를 한 줄씩 비교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막혔다면: 단계 / 행동 / 기대 / 실제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10분 쉬고, 막힌 곳은 함께 해결해요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완료자는 쉬고 설치·폴더 문제를 해결합니다.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다음 단계: 처음 보는 자료로 독립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처음 보는 세 번째 메모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challenge.txt로 새 결과를 만드세요. 처음 요청부터 입력·출력·형식·제한을 직접 적습니다. 기존 메모와 결과는 보존합니다.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challenge.txt를 열고, 먼저 스스로 요청을 적습니다.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SHOW YOUR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 세 가지를 준비하세요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challenge-result.txt: 요약·할 일·미정 사항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my-request.txt: 실제 사용한 요청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review.txt: 오류 또는 오류 없음의 확인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잘된 점 하나, 다음 행동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파일 실행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사실 확인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원문 보존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독립 반복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ANSWER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표현은 달라도 이 조건은 같아야 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질문 3개 / 유나 / 미정, 공개 예시 1개 / 태오 / 금요일, 참가 안내문 / 미정 / 미정. 모임 날짜와 장소도 미정입니다. 금요일을 구체적인 날짜로 바꾸지 않습니다. 요약 표현은 달라도 이 사실은 같아야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01 / NEXT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내일, 내 일에 한 번 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24시간 안에 공개 가능한 내 메모 5줄을 만들고 result-my.txt로 정리합니다. 다음 날 앱을 다시 열어 파일 위치와 요청 규칙을 설명합니다.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대화 답변과 저장 파일은 무엇이 다른가요? 다음 메모에 쓸 입력·출력 이름을 말해보세요.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첫걸음과 첫 자동화 · 현장 강의</dc:title>
  <dc:subject/>
  <dc:creator>AI Builders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