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오늘은 다음 주에도 같은 방식으로 일하는 게 목표입니다.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목표를 읽고 현재 가장 어려울 것 같은 항목을 묻습니다. 마지막에는 같은 세 항목을 파일과 실제 동작으로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로그인·설치가 막힌 수강생을 파악합니다. 비밀번호 입력은 본인이 직접 합니다. 해결되지 않으면 관찰 실습과 보충 실습을 구분합니다.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‘알아서 잘 정리해’에서 빠진 것은 무엇인가요? 10초 생각할 시간을 주세요. 확인 답: 목적·출력 형식·원문 보존 같은 제한이 빠졌습니다.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템플릿을 썼으니 이번 결과도 맞을까요? 10초 생각할 시간을 주세요. 확인 답: 매번 원문과 비교해야 합니다. 형식의 반복은 정확성을 보장하지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프로젝트 규칙에 비밀번호를 적어도 될까요? 10초 생각할 시간을 주세요. 확인 답: 아니요. 공개 가능한 작업 규칙만 적습니다. 계정 비밀은 넣지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근거와 연결되지 않는 숫자·날짜를 표시하세요. 사전 준비한 실습 폴더를 열고 입력·요청·출력을 소리 내어 구분합니다.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답을 바로 공개하지 말고 수강생에게 근거를 묻습니다. 다른 항목의 사실을 빈칸으로 옮겼습니다. 해결: 원문 행별로 대조해 안내문의 담당자와 마감을 미정으로 되돌립니다.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미정 칸을 억지로 채우지 마세요. 설명 후 손을 떼고 모두가 같은 단계에 도착했는지 확인합니다. 진행자가 대신 완료하지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완료자는 화면을 그대로 두고 주변 학습자에게 정답 대신 확인할 위치를 말해줍니다. 개인정보가 보이는 창은 공유하지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지연 원인을 설치·파일·요청·결과로 분류합니다. 빠른 학습자에게 기능을 늘리게 하지 않고 결과 검토를 맡깁니다.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전주 담당자가 섞였는지 확인하세요. 이번 입력을 분명히 적습니다. 첫 5분은 혼자 시작하게 합니다. 도움은 힌트 1→2→3 순으로 제공합니다.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수강생의 실제 파일이나 동작을 봅니다. AI의 완료 답변만으로 확인하지 않습니다. 경로와 재시작 방법도 질문합니다.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각 항목 0·1·2점의 행동 기준은 교재 평가표를 봅니다. 권장 기준은 6점 이상이며 모든 항목 1점 이상입니다. 미달 항목을 다른 입력으로 다시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독립 시도 후에만 보여줍니다. 문장 일치 대신 사실·동작·보존을 평가합니다. 모범 답안과 같은 말을 썼다는 이유로 통과시키지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학습자가 복습할 파일과 다음 행동을 직접 말하게 합니다. 수업 기록지에 해결 못 한 항목과 보충할 단계를 남깁니다.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8FF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26430D"/>
                </a:solidFill>
                <a:latin typeface="맑은 고딕"/>
              </a:defRPr>
            </a:pPr>
            <a:r>
              <a:t>CLASS 02 / WELCOME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200" b="1">
                <a:solidFill>
                  <a:srgbClr val="071126"/>
                </a:solidFill>
                <a:latin typeface="맑은 고딕"/>
              </a:defRPr>
            </a:pPr>
            <a:r>
              <a:t>한 번 잘된 요청을 다음 업무에서도 다시 쓰는 작업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26352E"/>
                </a:solidFill>
                <a:latin typeface="맑은 고딕"/>
              </a:defRPr>
            </a:pPr>
            <a:r>
              <a:t>• Codex로 문서·자료·반복 업무 다루기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26352E"/>
                </a:solidFill>
                <a:latin typeface="맑은 고딕"/>
              </a:defRPr>
            </a:pPr>
            <a:r>
              <a:t>• 시연 → 함께 실행 → 혼자 반복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26430D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26430D"/>
                </a:solidFill>
                <a:latin typeface="맑은 고딕"/>
              </a:defRPr>
            </a:pPr>
            <a:r>
              <a:t>01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02 /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오늘의 완료는 파일로 보여줍니다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일의 상황·할 일·목적·제한을 구분해 요청을 작성한다.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틀린 보고서의 사실 오류를 근거와 함께 수정한다.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템플릿과 프로젝트 규칙을 남겨 새 자료에도 적용한다.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02 / CHECK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시작하기 전에, 내 상태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첫걸음의 파일 열기·결과 확인을 혼자 해봅니다. ZIP을 풀어 input, templates, expected 폴더를 확인합니다.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준비 / 도움이 필요 / 아직 못함 중 현재 상태를 표시하세요.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02 / UNDERSTAND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요청을 네 칸으로 나눠요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100" b="0">
                <a:solidFill>
                  <a:srgbClr val="DBE5F0"/>
                </a:solidFill>
                <a:latin typeface="맑은 고딕"/>
              </a:defRPr>
            </a:pPr>
            <a:r>
              <a:t>• 상황은 지금 가진 자료, 할 일은 수행할 행동, 목적은 결과를 쓸 이유, 제한은 지킬 조건입니다. 수업에서는 이 네 칸을 요청 설계 틀로 씁니다. 명칭보다 내용이 빠졌는지를 봅니다.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100" b="0">
                <a:solidFill>
                  <a:srgbClr val="DBE5F0"/>
                </a:solidFill>
                <a:latin typeface="맑은 고딕"/>
              </a:defRPr>
            </a:pPr>
            <a:r>
              <a:t>• 상황: 주간 메모 / 할 일: 보고서 / 목적: 다음 행동 공유 / 제한: 없는 날짜 금지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02 / UNDERSTAND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템플릿은 형식을 고정해요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매번 새 문장을 쓰는 대신 바꿀 입력 이름과 유지할 규칙을 나눕니다. 원문에 없는 정보의 처리 방법과 출력 파일 이름도 넣습니다.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바꾸기: 입력·출력 / 유지하기: 요약·완료·다음 행동·미정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02 / UNDERSTAND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공통 규칙과 선택 작업을 구분해요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100" b="0">
                <a:solidFill>
                  <a:srgbClr val="DBE5F0"/>
                </a:solidFill>
                <a:latin typeface="맑은 고딕"/>
              </a:defRPr>
            </a:pPr>
            <a:r>
              <a:t>• 프로젝트 AGENTS.md에는 그 폴더에서 늘 지킬 원칙을 적습니다. 스킬은 특정 작업을 반복하기 위한 지침 묶음입니다. 기본 실습은 규칙과 템플릿까지, 스킬·예약은 선택 확장입니다.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100" b="0">
                <a:solidFill>
                  <a:srgbClr val="DBE5F0"/>
                </a:solidFill>
                <a:latin typeface="맑은 고딕"/>
              </a:defRPr>
            </a:pPr>
            <a:r>
              <a:t>• 공통: 원문 보존 / 선택: 주간 보고서 / 예약: 언제 실행할지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02 /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먼저 전체 흐름을 관찰해요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틀린 보고서에서 지어낸 사실을 찾습니다.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fix-me의 오류를 하나 이상 찾는다.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지금은 보고, 다음 단계에서 직접 따라 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02 / SPOT THE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이 결과에서 이상한 점을 찾아요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안내문 담당자와 마감을 다른 작업에서 가져와 채움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어느 원문 또는 동작과 맞지 않나요?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02 /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이제 내 컴퓨터에서 한 단계씩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보고서·비교표·템플릿을 만듭니다.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교재 03~06 단계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A/B 표에서 미정 항목을 확인한다.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02 /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잠깐 멈추고, 결과를 열어봐요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A/B 표에서 미정 항목을 확인한다.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설명한 결과와 실제 결과를 한 줄씩 비교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막혔다면: 단계 / 행동 / 기대 / 실제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02 / BREAK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10분 쉬고, 막힌 곳은 함께 해결해요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형식과 사실 중 어디서 막혔는지 구분합니다.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다음 단계: 처음 보는 자료로 독립 실행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02 / 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세 번째 주간 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기존 템플릿으로 완료·진행 중·다음 행동·미정 사항을 나눈 보고서를 만드세요. 없는 비율이나 날짜를 덧붙이지 않습니다.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challenge.txt를 열고, 먼저 스스로 요청을 적습니다.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02 / SHOW YOUR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이 세 가지를 준비하세요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challenge-report.md: 세 번째 보고서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reusable-request.txt: 입력을 바꿀 수 있는 요청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review.txt: 원문 대조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02 /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잘된 점 하나, 다음 행동 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분류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사실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재사용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검토 기록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02 / ANSWER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표현은 달라도 이 조건은 같아야 해요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100" b="0">
                <a:solidFill>
                  <a:srgbClr val="DBE5F0"/>
                </a:solidFill>
                <a:latin typeface="맑은 고딕"/>
              </a:defRPr>
            </a:pPr>
            <a:r>
              <a:t>• 소라는 질문 3개 정리 완료, 다음 행동은 질문 분류이며 마감 미정입니다. 건우는 2개 중 1개 확보한 진행 상태, 나머지 1개는 목요일까지입니다. 공지는 담당·마감 미정, 공유 방식도 미정입니다. 임의의 전체 진척률은 만들지 않습니다.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02 / NEXT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내일, 내 일에 한 번 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반복 업무 하나의 입력·출력·확인 기준을 한 줄씩 적습니다. 서로 다른 입력 두 개에 적용한 뒤 유지한 규칙과 바꾼 값을 비교합니다.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이번 주 보고서에서 바꿀 값 두 가지와 유지할 규칙 두 가지를 말해보세요.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Codex로 문서·자료·반복 업무 다루기 · 현장 강의</dc:title>
  <dc:subject/>
  <dc:creator>AI Builders Lab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