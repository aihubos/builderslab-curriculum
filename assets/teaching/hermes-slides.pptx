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계정 연결과 파일 실습을 하나씩 확인하겠습니다.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목표를 읽고 현재 가장 어려울 것 같은 항목을 묻습니다. 마지막에는 같은 세 항목을 파일과 실제 동작으로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로그인·설치가 막힌 수강생을 파악합니다. 비밀번호 입력은 본인이 직접 합니다. 해결되지 않으면 관찰 실습과 보충 실습을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설치가 끝나면 메모 비서도 완성인가요? 10초 생각할 시간을 주세요. 확인 답: 아니요. 모델 응답과 작업 폴더에서의 저장을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규칙에 금지라고 적으면 모든 행동이 차단되나요? 10초 생각할 시간을 주세요. 확인 답: 아니요. 실제 권한과 동작도 확인해야 합니다. 가상 자료와 연습 폴더만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missing.txt가 없으면 비슷한 파일로 대신할까요? 10초 생각할 시간을 주세요. 확인 답: 허용하지 않았으므로 멈추고 없는 파일 이름을 알려야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Codex는 폴더 준비에, Hermes는 메모 처리에 씁니다. 지금 입력할 앱을 확인하세요. 사전 준비한 실습 폴더를 열고 입력·요청·출력을 소리 내어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답을 바로 공개하지 말고 수강생에게 근거를 묻습니다. 이전 작업의 폴더·규칙·입력 정보가 충분하지 않을 수 있습니다. 해결: 폴더와 assistant-rules.txt를 확인하고 입력·출력 이름을 명시합니다.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문장이 달라도 사실은 같아야 합니다. 이름과 미정을 비교하세요. 설명 후 손을 떼고 모두가 같은 단계에 도착했는지 확인합니다. 진행자가 대신 완료하지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완료자는 화면을 그대로 두고 주변 학습자에게 정답 대신 확인할 위치를 말해줍니다. 개인정보가 보이는 창은 공유하지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지연 원인을 설치·파일·요청·결과로 분류합니다. 빠른 학습자에게 기능을 늘리게 하지 않고 결과 검토를 맡깁니다.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이전 대화 없이도 일을 시킬 수 있어야 합니다. 없는 파일에는 멈춰야 합니다. 첫 5분은 혼자 시작하게 합니다. 도움은 힌트 1→2→3 순으로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수강생의 실제 파일이나 동작을 봅니다. AI의 완료 답변만으로 확인하지 않습니다. 경로와 재시작 방법도 질문합니다.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항목 0·1·2점의 행동 기준은 교재 평가표를 봅니다. 권장 기준은 6점 이상이며 모든 항목 1점 이상입니다. 미달 항목을 다른 입력으로 다시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독립 시도 후에만 보여줍니다. 문장 일치 대신 사실·동작·보존을 평가합니다. 모범 답안과 같은 말을 썼다는 이유로 통과시키지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학습자가 복습할 파일과 다음 행동을 직접 말하게 합니다. 수업 기록지에 해결 못 한 항목과 보충할 단계를 남깁니다.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F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CLASS 04 /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200" b="1">
                <a:solidFill>
                  <a:srgbClr val="071126"/>
                </a:solidFill>
                <a:latin typeface="맑은 고딕"/>
              </a:defRPr>
            </a:pPr>
            <a:r>
              <a:t>내 컴퓨터의 폴더에서 정해진 일 하나를 수행하는 비서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Hermes로 나만의 AI 비서 시작하기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시연 → 함께 실행 → 혼자 반복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26430D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오늘의 완료는 파일로 보여줍니다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설치·모델 인증·파일 작업 성공을 따로 확인한다.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작업 폴더와 규칙을 명시해 비서를 실행한다.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새 대화에서도 반복하고 없는 입력에는 멈추게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CHECK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시작하기 전에, 내 상태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별도 45~60분 설치 도움 시간을 권장합니다. 공식 지원 기종·Desktop 실행·기존 ChatGPT/Codex 구독 인증·짧은 응답을 사전 확인합니다. 실패 시 관찰 실습 후 설치를 보충합니다.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준비 / 도움이 필요 / 아직 못함 중 현재 상태를 표시하세요.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비서와 엔진은 달라요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Hermes는 일을 수행하는 프로그램이고 연결한 모델은 답을 만드는 엔진입니다. 앱이 열려도 인증이 끝나지 않았을 수 있고 답변이 있어도 파일 저장은 별개입니다.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앱 실행 → 계정 연결 → 짧은 응답 → 실제 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일의 범위를 함께 정해요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읽을 파일, 저장 위치, 바꾸면 안 되는 것을 적습니다. 규칙 파일을 읽으라고 명시하고 결과를 확인합니다. 자연어 규칙은 권한을 기술적으로 차단하는 기능과 같지 않습니다.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읽기: input/ / 저장: output/ / 하지 않을 일: 원문 수정·발송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새 대화에서도 다시 실행해요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이전 대화에만 기대지 않고 작업 폴더와 규칙을 새 대화에서 확인합니다. 입력이 없으면 다른 파일을 추측해 처리하지 않는 것도 중요한 동작입니다.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새 대화 → 규칙 읽기 → 입력 존재 → 새 결과 이름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먼저 전체 흐름을 관찰해요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규칙을 읽히고 결과 파일을 만듭니다.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Hermes의 실제 작업 경로를 확인한다.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지금은 보고, 다음 단계에서 직접 따라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SPOT THE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결과에서 이상한 점을 찾아요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새 대화에서 ‘아까처럼 해줘’만 입력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어느 원문 또는 동작과 맞지 않나요?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이제 내 컴퓨터에서 한 단계씩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같은 메모를 두 번 처리합니다.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교재 05~07 단계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두 결과와 원문을 연다.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잠깐 멈추고, 결과를 열어봐요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두 결과와 원문을 연다.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설명한 결과와 실제 결과를 한 줄씩 비교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막혔다면: 단계 / 행동 / 기대 / 실제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10분 쉬고, 막힌 곳은 함께 해결해요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인증·경로·결과 오류를 구분합니다.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다음 단계: 처음 보는 자료로 독립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새 대화의 메모 비서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새 대화에서 규칙을 읽히고 challenge.txt를 처리하세요. 다음에는 없는 missing-challenge.txt를 요청해 결과를 만들지 않고 멈추는지 확인합니다.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challenge.txt를 열고, 먼저 스스로 요청을 적습니다.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SHOW YOUR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세 가지를 준비하세요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output/challenge-result.txt: 실제 결과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review.txt: 새 대화·없는 파일 관찰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HOW-TO.md: 시작 순서와 오류별 돌아갈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잘된 점 하나, 다음 행동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환경 구분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규칙·사실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실제 저장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중단·재사용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ANSWER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표현은 달라도 이 조건은 같아야 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질문 2개 / 세나 / 수요일, 공개 예시 / 현우 / 미정, 공유 파일 정리 / 미정 / 미정. 모임 날짜도 미정입니다. 없는 파일에는 찾을 수 없음을 알리고 대체 결과를 만들지 않아야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04 / NEXT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내일, 내 일에 한 번 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같은 규칙과 새 가상 메모로 다시 실행합니다. 발송·메신저·예약을 연결하기 전에 현재 한 작업을 두 번 독립 수행했는지 확인합니다.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앱 실행·AI 응답·결과 파일 중 무엇을 확인했나요? 없는 파일에는 어떻게 되어야 하나요?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Hermes로 나만의 AI 비서 시작하기 · 현장 강의</dc:title>
  <dc:subject/>
  <dc:creator>AI Builders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