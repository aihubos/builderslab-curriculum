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많은 자료보다 하나의 답을 원문까지 따라가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목표를 읽고 현재 가장 어려울 것 같은 항목을 묻습니다. 마지막에는 같은 세 항목을 파일과 실제 동작으로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로그인·설치가 막힌 수강생을 파악합니다. 비밀번호 입력은 본인이 직접 합니다. 해결되지 않으면 관찰 실습과 보충 실습을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요약이 있으니 원문을 지워도 될까요? 10초 생각할 시간을 주세요. 확인 답: 요약을 검토하고 수정할 수 있도록 원문을 보존합니다.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가격이 없으면 보통 수준으로 추정해도 될까요? 10초 생각할 시간을 주세요. 확인 답: 자료 기반 답변에는 자료에 없음이라고 씁니다. 추정과 사실을 섞지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내용이 다르지만 대체 근거가 없다면요? 10초 생각할 시간을 주세요. 확인 답: 충돌로 남기고 확인이 필요하다고 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번호만으로 충분하지 않습니다. 그 문장이 있는지 직접 열어보겠습니다. 사전 준비한 실습 폴더를 열고 입력·요청·출력을 소리 내어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답을 바로 공개하지 말고 수강생에게 근거를 묻습니다. S1에는 참가비가 정해져 있지 않습니다. 출처 표기만으로 사실이 되지 않습니다. 해결: 자료에서 확인되지 않음이라고 쓰고 S1의 미정 문장을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링크를 눌러보세요. 이름을 바꾸면 목차도 맞아야 합니다. 설명 후 손을 떼고 모두가 같은 단계에 도착했는지 확인합니다. 진행자가 대신 완료하지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완료자는 화면을 그대로 두고 주변 학습자에게 정답 대신 확인할 위치를 말해줍니다. 개인정보가 보이는 창은 공유하지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 원인을 설치·파일·요청·결과로 분류합니다. 빠른 학습자에게 기능을 늘리게 하지 않고 결과 검토를 맡깁니다.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무엇이 바뀌고 무엇은 그대로인가요? 근거 문장을 보여주세요. 첫 5분은 혼자 시작하게 합니다. 도움은 힌트 1→2→3 순으로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실제 파일이나 동작을 봅니다. AI의 완료 답변만으로 확인하지 않습니다. 경로와 재시작 방법도 질문합니다.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항목 0·1·2점의 행동 기준은 교재 평가표를 봅니다. 권장 기준은 6점 이상이며 모든 항목 1점 이상입니다. 미달 항목을 다른 입력으로 다시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독립 시도 후에만 보여줍니다. 문장 일치 대신 사실·동작·보존을 평가합니다. 모범 답안과 같은 말을 썼다는 이유로 통과시키지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 시간에 교재의 마지막 게임 도전 링크를 엽니다. 전원을 기다리며 답을 대신 고르지 않습니다. 학습자가 왜 그 행동이 맞는지 설명하게 하세요. 실습 체크와 게임 클리어를 모두 마쳐야 과정 마무리로 표시됩니다. 게임 기록은 현재 브라우저에만 남으며 강사에게 자동 제출되지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학습자가 복습할 파일과 다음 행동을 직접 말하게 합니다. 수업 기록지에 해결 못 한 항목과 보충할 단계를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ihubos.github.io/builderslab-curriculum/mission-wiki.html" TargetMode="Externa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F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CLASS 03 /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071126"/>
                </a:solidFill>
                <a:latin typeface="맑은 고딕"/>
              </a:defRPr>
            </a:pPr>
            <a:r>
              <a:t>답의 근거까지 돌아갈 수 있는 작은 자료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LLM Wiki로 나의 자료 정리하기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시연 → 함께 실행 → 혼자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26430D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오늘의 완료는 파일로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원문·요약·내 생각을 분리해 보관한다.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답의 출처 파일을 직접 열어 근거를 확인한다.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다른 버전의 규칙을 비교하고 변경 이력을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CHECK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시작하기 전에, 내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텍스트 파일을 저장하고 다시 열 수 있어야 합니다. sources의 가상 자료 세 개를 읽고 어느 파일의 주장인지 구분합니다.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준비 / 도움이 필요 / 아직 못함 중 현재 상태를 표시하세요.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Wiki는 작은 지식 모음이에요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특정 유료 서비스를 설치하는 수업이 아닙니다. 원문 파일, 읽기 쉬운 노트, 노트를 연결하는 목차로 구성합니다. 처음에는 몇 개의 텍스트 파일이면 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sources/원문 → notes/요약 → index.md/목차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답과 출처를 함께 남겨요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출처가 실제로 답의 주장을 뒷받침하는지 확인합니다. 자료에 없는 질문은 모른다고 표시하는 것이 정확한 지식 정리입니다.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질문: 참가비는? / 답: 자료에 없음 / 확인: S1 원문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새 파일이 항상 새 규칙은 아니에요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어느 규칙을 대체한다는 문장이 있는지 확인합니다. 이전 버전을 남기고 현재 적용 내용과 변경 이유를 기록합니다. 파일 이름만으로 우선순위를 단정하지 않습니다.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S4가 S1의 파일명 규칙을 대체 → 변경 기록에 근거 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먼저 전체 흐름을 관찰해요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답에서 원문으로 돌아갑니다.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자료에 없는 참가비를 찾아낸다.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지금은 보고, 다음 단계에서 직접 따라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SPOT THE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결과에서 이상한 점을 찾아요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참가비는 무료입니다. 출처: S1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어느 원문 또는 동작과 맞지 않나요?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이제 내 컴퓨터에서 한 단계씩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노트·목차·답변을 만듭니다.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교재 02~05 단계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노트 두 개와 원문을 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잠깐 멈추고, 결과를 열어봐요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노트 두 개와 원문을 연다.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설명한 결과와 실제 결과를 한 줄씩 비교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막혔다면: 단계 / 행동 / 기대 / 실제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10분 쉬고, 막힌 곳은 함께 해결해요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끊어진 연결을 수정합니다.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다음 단계: 처음 보는 자료로 독립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바뀐 규칙, 남아 있는 미정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challenge.txt를 S5로 등록하고 현재 규칙·목차·변경 이력을 갱신하세요. 현재 파일 이름, 원문 보존, 참가비 질문에 출처를 붙여 답합니다.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challenge.txt를 열고, 먼저 스스로 요청을 적습니다.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SHOW YOUR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세 가지를 준비하세요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sources/S5.txt: 새 원문 사본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challenge-answer.md: 질문 세 개와 출처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change-log.md: 바뀐 규칙과 유지한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잘된 점 하나, 다음 행동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원문 보존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출처 추적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변경 반영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미정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ANSWER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표현은 달라도 이 조건은 같아야 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현재 이름은 practice-01.txt 형식이며 S5의 대체 문장이 근거입니다. 원문 보존은 유지됩니다. 참가비·장소는 자료에 없습니다. S1~S4 원문은 지우지 않습니다. 이전 결과 이름을 모두 바꾸라는 지시는 없습니다.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FINAL 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사라진 출처를 찾아라</a:t>
            </a:r>
          </a:p>
        </p:txBody>
      </p:sp>
      <p:sp>
        <p:nvSpPr>
          <p:cNvPr id="4" name="TextBox 3">
            <a:hlinkClick r:id="rId2"/>
          </p:cNvPr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실습 뒤 6개 상황 미션을 해결하고 보스를 클리어하세요.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틀린 문제는 해설과 힌트로 다시 도전합니다. 실제 실습 결과도 함께 확인하세요.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rPr u="sng">
                <a:solidFill>
                  <a:srgbClr val="DBE5F0"/>
                </a:solidFill>
              </a:rPr>
              <a:t>• https://aihubos.github.io/builderslab-curriculum/mission-wiki.html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03 / NEXT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내일, 내 일에 한 번 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공개 문서 하나를 추가해 이전 노트와 연결합니다. 답할 수 있는 질문 하나와 없는 질문 하나를 만들어 근거를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이전 자료를 남겨야 하는 이유와 답할 수 없는 질문의 표시 방법을 말해보세요.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Wiki로 나의 자료 정리하기 · 현장 강의</dc:title>
  <dc:subject/>
  <dc:creator>AI Builders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