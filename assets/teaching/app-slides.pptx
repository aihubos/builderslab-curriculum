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눌렀을 때 무엇이 바뀌는지 확인하겠습니다.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목표를 읽고 현재 가장 어려울 것 같은 항목을 묻습니다. 마지막에는 같은 세 항목을 파일과 실제 동작으로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로그인·설치가 막힌 수강생을 파악합니다. 비밀번호 입력은 본인이 직접 합니다. 해결되지 않으면 관찰 실습과 보충 실습을 구분합니다.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문장 둘이 함께 완료되어도 될까요? 10초 생각할 시간을 주세요. 확인 답: 아니요. 고유 번호로 한 항목만 찾아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포트가 바뀌면 기록이 지워진 건가요? 10초 생각할 시간을 주세요. 확인 답: 아닐 수 있습니다. 브라우저·주소·포트가 같은지 먼저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저장 오류를 숨기면 어떤 일이 생길까요? 10초 생각할 시간을 주세요. 확인 답: 기록이 남았다고 믿고 나갔다가 내용을 잃을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 컴퓨터에서만 열리는 주소입니다. 서버를 닫으면 재시작이 필요합니다. 사전 준비한 실습 폴더를 열고 입력·요청·출력을 소리 내어 구분합니다.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답을 바로 공개하지 말고 수강생에게 근거를 묻습니다. 글을 고유 번호처럼 사용했습니다. 해결: 각 항목에 다른 id를 부여하고 선택한 id 하나만 지웁니다.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빈칸도 넣고 같은 문장 하나만 삭제해봅니다. 설명 후 손을 떼고 모두가 같은 단계에 도착했는지 확인합니다. 진행자가 대신 완료하지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완료자는 화면을 그대로 두고 주변 학습자에게 정답 대신 확인할 위치를 말해줍니다. 개인정보가 보이는 창은 공유하지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지연 원인을 설치·파일·요청·결과로 분류합니다. 빠른 학습자에게 기능을 늘리게 하지 않고 결과 검토를 맡깁니다.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직접 누른 결과를 적고 안 본 것은 미확인으로 남깁니다. 첫 5분은 혼자 시작하게 합니다. 도움은 힌트 1→2→3 순으로 제공합니다.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수강생의 실제 파일이나 동작을 봅니다. AI의 완료 답변만으로 확인하지 않습니다. 경로와 재시작 방법도 질문합니다.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각 항목 0·1·2점의 행동 기준은 교재 평가표를 봅니다. 권장 기준은 6점 이상이며 모든 항목 1점 이상입니다. 미달 항목을 다른 입력으로 다시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독립 시도 후에만 보여줍니다. 문장 일치 대신 사실·동작·보존을 평가합니다. 모범 답안과 같은 말을 썼다는 이유로 통과시키지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마무리 시간에 교재의 마지막 게임 도전 링크를 엽니다. 전원을 기다리며 답을 대신 고르지 않습니다. 학습자가 왜 그 행동이 맞는지 설명하게 하세요. 실습 체크와 게임 클리어를 모두 마쳐야 과정 마무리로 표시됩니다. 게임 기록은 현재 브라우저에만 남으며 강사에게 자동 제출되지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학습자가 복습할 파일과 다음 행동을 직접 말하게 합니다. 수업 기록지에 해결 못 한 항목과 보충할 단계를 남깁니다.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ihubos.github.io/builderslab-curriculum/mission-app.html" TargetMode="Externa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8FF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26430D"/>
                </a:solidFill>
                <a:latin typeface="맑은 고딕"/>
              </a:defRPr>
            </a:pPr>
            <a:r>
              <a:t>CLASS 06 / WELCOME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200" b="1">
                <a:solidFill>
                  <a:srgbClr val="071126"/>
                </a:solidFill>
                <a:latin typeface="맑은 고딕"/>
              </a:defRPr>
            </a:pPr>
            <a:r>
              <a:t>버튼이 동작하고 새로 열어도 기록이 남는 나만의 도구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26352E"/>
                </a:solidFill>
                <a:latin typeface="맑은 고딕"/>
              </a:defRPr>
            </a:pPr>
            <a:r>
              <a:t>• Codex로 작은 앱 만들기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26352E"/>
                </a:solidFill>
                <a:latin typeface="맑은 고딕"/>
              </a:defRPr>
            </a:pPr>
            <a:r>
              <a:t>• 시연 → 함께 실행 → 혼자 반복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26430D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26430D"/>
                </a:solidFill>
                <a:latin typeface="맑은 고딕"/>
              </a:defRPr>
            </a:pPr>
            <a:r>
              <a:t>01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06 /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오늘의 완료는 파일로 보여줍니다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입력·처리·저장·표시의 흐름을 설명한다.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추가·완료·삭제에서 중복과 취소를 확인한다.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같은 주소에서 저장을 확인하고 사용법을 남긴다.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06 / CHECK 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시작하기 전에, 내 상태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홈페이지의 파일 열기·수정·Tab 확인을 마칩니다. Python 3와 run-server.py로 고정 로컬 주소를 여는지 사전 확인합니다.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준비 / 도움이 필요 / 아직 못함 중 현재 상태를 표시하세요.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06 / UNDERSTAND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화면 뒤에 데이터가 있어요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글·고유 번호·완료 상태가 데이터입니다. 버튼을 누르면 데이터와 화면이 바뀝니다. 같은 문장의 두 항목도 서로 다른 번호를 가집니다.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id: a1 / title: 메모 정리 / done: false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06 / UNDERSTAND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저장 위치에는 범위가 있어요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localStorage는 같은 브라우저의 같은 사이트 주소에서 기록을 읽습니다. 다른 기기와 공유되지 않고 브라우저 데이터 삭제 시 사라집니다.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같은 127.0.0.1:8765 → 재열기 / 다른 포트 → 별도 공간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06 / UNDERSTAND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실패 상황도 같이 확인해요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빈칸·긴 글·중복·취소·새로고침도 실제 사용입니다. 저장이 안 되면 성공했다고 말하지 않게 합니다. 손상된 데이터는 자동으로 지우거나 덮지 않습니다.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빈칸: 추가 안 함 / 취소: 유지 / 새로고침: 상태 유지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06 /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먼저 전체 흐름을 관찰해요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생성과 고정 주소 실행을 보여줍니다.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주소와 실행 상태를 연결한다.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지금은 보고, 다음 단계에서 직접 따라 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06 / SPOT THE ERROR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이 결과에서 이상한 점을 찾아요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같은 문장의 모든 항목이 함께 삭제됨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어느 원문 또는 동작과 맞지 않나요?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06 /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이제 내 컴퓨터에서 한 단계씩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정상 입력·삭제 취소를 확인합니다.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교재 03~07 단계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추가·완료·취소·개별 삭제를 보여준다.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06 / CHECKPOINT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잠깐 멈추고, 결과를 열어봐요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추가·완료·취소·개별 삭제를 보여준다.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설명한 결과와 실제 결과를 한 줄씩 비교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막혔다면: 단계 / 행동 / 기대 / 실제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06 / 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10분 쉬고, 막힌 곳은 함께 해결해요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서버·파일·주소를 정리합니다.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다음 단계: 처음 보는 자료로 독립 실행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06 / 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다른 사람이 다시 쓸 수 있는 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100" b="0">
                <a:solidFill>
                  <a:srgbClr val="DBE5F0"/>
                </a:solidFill>
                <a:latin typeface="맑은 고딕"/>
              </a:defRPr>
            </a:pPr>
            <a:r>
              <a:t>• 빈 목록인 연습용 앱에서 challenge.txt 순서로 검사합니다. 기존 내 기록이 있다면 지우지 말고 별도 연습 주소를 준비합니다. 문제 한 곳을 수정한 뒤 같은 검사를 반복합니다.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100" b="0">
                <a:solidFill>
                  <a:srgbClr val="DBE5F0"/>
                </a:solidFill>
                <a:latin typeface="맑은 고딕"/>
              </a:defRPr>
            </a:pPr>
            <a:r>
              <a:t>• challenge.txt를 열고, 먼저 스스로 요청을 적습니다.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06 / SHOW YOUR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이 세 가지를 준비하세요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output/index.html·style.css·app.js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review.txt: 행동·기대·실제·통과 여부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HOW-TO.md: 시작·종료·저장 범위·오류 대처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06 / FEEDBACK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잘된 점 하나, 다음 행동 하나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기본 동작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항목·취소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저장·실패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사용법·검토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06 / ANSWER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표현은 달라도 이 조건은 같아야 해요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100" b="0">
                <a:solidFill>
                  <a:srgbClr val="DBE5F0"/>
                </a:solidFill>
                <a:latin typeface="맑은 고딕"/>
              </a:defRPr>
            </a:pPr>
            <a:r>
              <a:t>• 3개 입력 후 첫 번째만 완료되어 미완료는 2개입니다. 취소 후 3개 유지, 자료 정리하기 삭제 후 2개가 남습니다. 새로고침 후 두 복습하기 중 첫 번째만 완료입니다. 빈칸은 추가되지 않고 &lt;b&gt;메모&lt;/b&gt;는 문자 그대로 추가되어 총 3개, 마지막 미완료는 2개입니다.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06 / FINAL QUEST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사라지는 기록을 지켜라</a:t>
            </a:r>
          </a:p>
        </p:txBody>
      </p:sp>
      <p:sp>
        <p:nvSpPr>
          <p:cNvPr id="4" name="TextBox 3">
            <a:hlinkClick r:id="rId2"/>
          </p:cNvPr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실습 뒤 6개 상황 미션을 해결하고 보스를 클리어하세요.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틀린 문제는 해설과 힌트로 다시 도전합니다. 실제 실습 결과도 함께 확인하세요.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rPr u="sng">
                <a:solidFill>
                  <a:srgbClr val="DBE5F0"/>
                </a:solidFill>
              </a:rPr>
              <a:t>• https://aihubos.github.io/builderslab-curriculum/mission-app.html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06 / NEXT 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내일, 내 일에 한 번 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불편 하나를 골라 백업 후 수정합니다. 이전에 통과한 추가·완료·삭제·재열기가 그대로 되는지 확인합니다.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탭을 닫았다 열어도 왜 기록이 남나요? 다른 기기에도 같은 기록이 자동으로 보일까요?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Codex로 작은 앱 만들기 · 현장 강의</dc:title>
  <dc:subject/>
  <dc:creator>AI Builders Lab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