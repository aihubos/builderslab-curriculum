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눌렀을 때 무엇이 바뀌는지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문장 둘이 함께 완료되어도 될까요? 10초 생각할 시간을 주세요. 확인 답: 아니요. 고유 번호로 한 항목만 찾아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포트가 바뀌면 기록이 지워진 건가요? 10초 생각할 시간을 주세요. 확인 답: 아닐 수 있습니다. 브라우저·주소·포트가 같은지 먼저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 오류를 숨기면 어떤 일이 생길까요? 10초 생각할 시간을 주세요. 확인 답: 기록이 남았다고 믿고 나갔다가 내용을 잃을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컴퓨터에서만 열리는 주소입니다. 서버를 닫으면 재시작이 필요합니다.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글을 고유 번호처럼 사용했습니다. 해결: 각 항목에 다른 id를 부여하고 선택한 id 하나만 지웁니다.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빈칸도 넣고 같은 문장 하나만 삭제해봅니다.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누른 결과를 적고 안 본 것은 미확인으로 남깁니다.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06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200" b="1">
                <a:solidFill>
                  <a:srgbClr val="071126"/>
                </a:solidFill>
                <a:latin typeface="맑은 고딕"/>
              </a:defRPr>
            </a:pPr>
            <a:r>
              <a:t>버튼이 동작하고 새로 열어도 기록이 남는 나만의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Codex로 작은 앱 만들기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입력·처리·저장·표시의 흐름을 설명한다.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추가·완료·삭제에서 중복과 취소를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주소에서 저장을 확인하고 사용법을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홈페이지의 파일 열기·수정·Tab 확인을 마칩니다. Python 3와 run-server.py로 고정 로컬 주소를 여는지 사전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화면 뒤에 데이터가 있어요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글·고유 번호·완료 상태가 데이터입니다. 버튼을 누르면 데이터와 화면이 바뀝니다. 같은 문장의 두 항목도 서로 다른 번호를 가집니다.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id: a1 / title: 메모 정리 / done: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저장 위치에는 범위가 있어요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localStorage는 같은 브라우저의 같은 사이트 주소에서 기록을 읽습니다. 다른 기기와 공유되지 않고 브라우저 데이터 삭제 시 사라집니다.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127.0.0.1:8765 → 재열기 / 다른 포트 → 별도 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실패 상황도 같이 확인해요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빈칸·긴 글·중복·취소·새로고침도 실제 사용입니다. 저장이 안 되면 성공했다고 말하지 않게 합니다. 손상된 데이터는 자동으로 지우거나 덮지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빈칸: 추가 안 함 / 취소: 유지 / 새로고침: 상태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생성과 고정 주소 실행을 보여줍니다.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주소와 실행 상태를 연결한다.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문장의 모든 항목이 함께 삭제됨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정상 입력·삭제 취소를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03~07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추가·완료·취소·개별 삭제를 보여준다.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추가·완료·취소·개별 삭제를 보여준다.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서버·파일·주소를 정리합니다.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다른 사람이 다시 쓸 수 있는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빈 목록인 연습용 앱에서 challenge.txt 순서로 검사합니다. 기존 내 기록이 있다면 지우지 말고 별도 연습 주소를 준비합니다. 문제 한 곳을 수정한 뒤 같은 검사를 반복합니다.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output/index.html·style.css·app.js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review.txt: 행동·기대·실제·통과 여부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HOW-TO.md: 시작·종료·저장 범위·오류 대처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기본 동작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항목·취소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저장·실패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사용법·검토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3개 입력 후 첫 번째만 완료되어 미완료는 2개입니다. 취소 후 3개 유지, 자료 정리하기 삭제 후 2개가 남습니다. 새로고침 후 두 복습하기 중 첫 번째만 완료입니다. 빈칸은 추가되지 않고 &lt;b&gt;메모&lt;/b&gt;는 문자 그대로 추가되어 총 3개, 마지막 미완료는 2개입니다.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06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불편 하나를 골라 백업 후 수정합니다. 이전에 통과한 추가·완료·삭제·재열기가 그대로 되는지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탭을 닫았다 열어도 왜 기록이 남나요? 다른 기기에도 같은 기록이 자동으로 보일까요?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Codex로 작은 앱 만들기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