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내가 누구인지 전달하는 한 페이지를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버튼이 많으면 좋은 페이지일까요? 10초 생각할 시간을 주세요. 확인 답: 목적에 맞는 행동이 명확한지가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휴대폰에서 옆으로 밀어야 글이 보인다면요? 10초 생각할 시간을 주세요. 확인 답: 가로 넘침입니다. 긴 문장과 고정 너비를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file: 주소를 친구에게 보내면 열리나요? 10초 생각할 시간을 주세요. 확인 답: 내 컴퓨터의 파일 위치이므로 같은 파일이 없는 다른 사람은 열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코드가 생긴 것과 화면이 열린 것은 다릅니다.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디자인을 채우기 위해 사실을 만들었습니다. 해결: 제공 자료만 쓰게 하고 없는 항목은 제거합니다.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마우스를 놓고 Tab을 누르세요. 초점이 보여야 합니다.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줄만 바꾸고 돌아갈 파일도 남깁니다.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시간에 교재의 마지막 게임 도전 링크를 엽니다. 전원을 기다리며 답을 대신 고르지 않습니다. 학습자가 왜 그 행동이 맞는지 설명하게 하세요. 실습 체크와 게임 클리어를 모두 마쳐야 과정 마무리로 표시됩니다. 게임 기록은 현재 브라우저에만 남으며 강사에게 자동 제출되지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hubos.github.io/builderslab-curriculum/mission-web.html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05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200" b="1">
                <a:solidFill>
                  <a:srgbClr val="071126"/>
                </a:solidFill>
                <a:latin typeface="맑은 고딕"/>
              </a:defRPr>
            </a:pPr>
            <a:r>
              <a:t>나를 설명하는 한 페이지를 만들고 직접 수정하는 경험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Codex로 나만의 홈페이지 만들기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방문자와 페이지 목적을 한 문장으로 정한다.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제공한 사실만으로 소개 페이지를 만들고 링크를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세 너비·키보드·수정을 확인하고 백업을 복원한다.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Codex에서 폴더를 열 수 있어야 합니다. Chrome 또는 Edge에서 주소창·새로고침 위치를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첫 화면은 한 가지를 말해요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누가 읽고 무엇을 알면 되는지 정합니다. 제목과 다음 행동 하나가 방문자를 돕습니다. 없는 경력이나 성과를 채우지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방문자: 모임원 / 알릴 것: 학습 주제 / 행동: 작업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좁은 화면에서도 읽혀야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작은 화면에서는 한 열로 배치합니다. 제목·본문·버튼을 실제 너비에서 확인합니다. 창이 작아 보인다는 느낌만으로 확인을 마치지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1440px: 나란히 / 768px: 여유 있게 / 390px: 한 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만들기·수정·복원은 한 세트예요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작동하는 파일을 백업하고 한 번에 한 부분을 고칩니다. 수정 후 실제 브라우저를 새로고침합니다. 내 컴퓨터의 파일과 인터넷 공개 사이트는 다릅니다.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백업 → 한 줄 변경 → 새로고침 → 이전 파일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요청에서 화면까지 보여줍니다.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파일 경로와 화면을 연결한다.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없는 수상 경력과 연락처를 추가한 소개 페이지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링크·키보드·세 너비를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03~06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버튼의 실제 도착 지점을 확인한다.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버튼의 실제 도착 지점을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가로 넘침과 파일 혼동을 고칩니다.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모임원을 위한 두 번째 소개 페이지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challenge.txt로 새 소개를 만드세요. 한 줄을 바꾸기 전 백업하고 수정본과 복원본을 보존합니다. 390·768·1440px에서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challenge/index.html: 새 페이지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challenge/before.html: 수정 전 백업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review.txt: 세 너비·Tab·버튼·수정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내용·목적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반응형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이동·사용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수정·복원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다온의 소개·관심사 세 개·작업 두 개가 있고 버튼은 작업 섹션으로 이동합니다. 없는 연락처·경력은 없습니다. 390px 가로 넘침과 버튼 가림이 없고 Tab 초점이 보입니다. 백업에는 이전 문장, 현재 파일에는 바꾼 문장이 있습니다. 디자인 자체는 하나의 정답이 아닙니다.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FINAL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깨진 화면을 연결하라</a:t>
            </a:r>
          </a:p>
        </p:txBody>
      </p:sp>
      <p:sp>
        <p:nvSpPr>
          <p:cNvPr id="4" name="TextBox 3">
            <a:hlinkClick r:id="rId2"/>
          </p:cNvPr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실습 뒤 6개 상황 미션을 해결하고 보스를 클리어하세요.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문제는 해설과 힌트로 다시 도전합니다. 실제 실습 결과도 함께 확인하세요.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rPr u="sng">
                <a:solidFill>
                  <a:srgbClr val="DBE5F0"/>
                </a:solidFill>
              </a:rPr>
              <a:t>• https://aihubos.github.io/builderslab-curriculum/mission-web.html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05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내 소개로 바꾸고 다른 사람에게 첫 화면에서 이해한 내용과 누를 버튼을 물어봅니다. 문구 한 곳만 개선합니다.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내 파일과 공개 주소는 어떻게 다른가요? 실수로 문구를 바꾸면 어디로 돌아가나요?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Codex로 나만의 홈페이지 만들기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