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내가 누구인지 전달하는 한 페이지를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목표를 읽고 현재 가장 어려울 것 같은 항목을 묻습니다. 마지막에는 같은 세 항목을 파일과 실제 동작으로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로그인·설치가 막힌 수강생을 파악합니다. 비밀번호 입력은 본인이 직접 합니다. 해결되지 않으면 관찰 실습과 보충 실습을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버튼이 많으면 좋은 페이지일까요? 10초 생각할 시간을 주세요. 확인 답: 목적에 맞는 행동이 명확한지가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휴대폰에서 옆으로 밀어야 글이 보인다면요? 10초 생각할 시간을 주세요. 확인 답: 가로 넘침입니다. 긴 문장과 고정 너비를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file: 주소를 친구에게 보내면 열리나요? 10초 생각할 시간을 주세요. 확인 답: 내 컴퓨터의 파일 위치이므로 같은 파일이 없는 다른 사람은 열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코드가 생긴 것과 화면이 열린 것은 다릅니다. 사전 준비한 실습 폴더를 열고 입력·요청·출력을 소리 내어 구분합니다.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답을 바로 공개하지 말고 수강생에게 근거를 묻습니다. 디자인을 채우기 위해 사실을 만들었습니다. 해결: 제공 자료만 쓰게 하고 없는 항목은 제거합니다.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마우스를 놓고 Tab을 누르세요. 초점이 보여야 합니다. 설명 후 손을 떼고 모두가 같은 단계에 도착했는지 확인합니다. 진행자가 대신 완료하지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완료자는 화면을 그대로 두고 주변 학습자에게 정답 대신 확인할 위치를 말해줍니다. 개인정보가 보이는 창은 공유하지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지연 원인을 설치·파일·요청·결과로 분류합니다. 빠른 학습자에게 기능을 늘리게 하지 않고 결과 검토를 맡깁니다.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줄만 바꾸고 돌아갈 파일도 남깁니다. 첫 5분은 혼자 시작하게 합니다. 도움은 힌트 1→2→3 순으로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수강생의 실제 파일이나 동작을 봅니다. AI의 완료 답변만으로 확인하지 않습니다. 경로와 재시작 방법도 질문합니다.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항목 0·1·2점의 행동 기준은 교재 평가표를 봅니다. 권장 기준은 6점 이상이며 모든 항목 1점 이상입니다. 미달 항목을 다른 입력으로 다시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독립 시도 후에만 보여줍니다. 문장 일치 대신 사실·동작·보존을 평가합니다. 모범 답안과 같은 말을 썼다는 이유로 통과시키지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학습자가 복습할 파일과 다음 행동을 직접 말하게 합니다. 수업 기록지에 해결 못 한 항목과 보충할 단계를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F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CLASS 05 /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200" b="1">
                <a:solidFill>
                  <a:srgbClr val="071126"/>
                </a:solidFill>
                <a:latin typeface="맑은 고딕"/>
              </a:defRPr>
            </a:pPr>
            <a:r>
              <a:t>나를 설명하는 한 페이지를 만들고 직접 수정하는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Codex로 나만의 홈페이지 만들기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26352E"/>
                </a:solidFill>
                <a:latin typeface="맑은 고딕"/>
              </a:defRPr>
            </a:pPr>
            <a:r>
              <a:t>• 시연 → 함께 실행 → 혼자 반복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26430D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26430D"/>
                </a:solidFill>
                <a:latin typeface="맑은 고딕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오늘의 완료는 파일로 보여줍니다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방문자와 페이지 목적을 한 문장으로 정한다.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제공한 사실만으로 소개 페이지를 만들고 링크를 확인한다.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세 너비·키보드·수정을 확인하고 백업을 복원한다.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CHECK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시작하기 전에, 내 상태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Codex에서 폴더를 열 수 있어야 합니다. Chrome 또는 Edge에서 주소창·새로고침 위치를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준비 / 도움이 필요 / 아직 못함 중 현재 상태를 표시하세요.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첫 화면은 한 가지를 말해요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누가 읽고 무엇을 알면 되는지 정합니다. 제목과 다음 행동 하나가 방문자를 돕습니다. 없는 경력이나 성과를 채우지 않습니다.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방문자: 모임원 / 알릴 것: 학습 주제 / 행동: 작업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좁은 화면에서도 읽혀야 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작은 화면에서는 한 열로 배치합니다. 제목·본문·버튼을 실제 너비에서 확인합니다. 창이 작아 보인다는 느낌만으로 확인을 마치지 않습니다.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1440px: 나란히 / 768px: 여유 있게 / 390px: 한 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만들기·수정·복원은 한 세트예요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작동하는 파일을 백업하고 한 번에 한 부분을 고칩니다. 수정 후 실제 브라우저를 새로고침합니다. 내 컴퓨터의 파일과 인터넷 공개 사이트는 다릅니다.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백업 → 한 줄 변경 → 새로고침 → 이전 파일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먼저 전체 흐름을 관찰해요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요청에서 화면까지 보여줍니다.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파일 경로와 화면을 연결한다.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지금은 보고, 다음 단계에서 직접 따라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SPOT THE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결과에서 이상한 점을 찾아요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없는 수상 경력과 연락처를 추가한 소개 페이지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어느 원문 또는 동작과 맞지 않나요?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이제 내 컴퓨터에서 한 단계씩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링크·키보드·세 너비를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교재 03~06 단계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버튼의 실제 도착 지점을 확인한다.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잠깐 멈추고, 결과를 열어봐요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버튼의 실제 도착 지점을 확인한다.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설명한 결과와 실제 결과를 한 줄씩 비교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막혔다면: 단계 / 행동 / 기대 / 실제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10분 쉬고, 막힌 곳은 함께 해결해요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가로 넘침과 파일 혼동을 고칩니다.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다음 단계: 처음 보는 자료로 독립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모임원을 위한 두 번째 소개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challenge.txt로 새 소개를 만드세요. 한 줄을 바꾸기 전 백업하고 수정본과 복원본을 보존합니다. 390·768·1440px에서 확인합니다.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challenge.txt를 열고, 먼저 스스로 요청을 적습니다.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SHOW YOUR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이 세 가지를 준비하세요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challenge/index.html: 새 페이지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challenge/before.html: 수정 전 백업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review.txt: 세 너비·Tab·버튼·수정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잘된 점 하나, 다음 행동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내용·목적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반응형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이동·사용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수정·복원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ANSWER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표현은 달라도 이 조건은 같아야 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100" b="0">
                <a:solidFill>
                  <a:srgbClr val="DBE5F0"/>
                </a:solidFill>
                <a:latin typeface="맑은 고딕"/>
              </a:defRPr>
            </a:pPr>
            <a:r>
              <a:t>• 다온의 소개·관심사 세 개·작업 두 개가 있고 버튼은 작업 섹션으로 이동합니다. 없는 연락처·경력은 없습니다. 390px 가로 넘침과 버튼 가림이 없고 Tab 초점이 보입니다. 백업에는 이전 문장, 현재 파일에는 바꾼 문장이 있습니다. 디자인 자체는 하나의 정답이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CLASS 05 / NEXT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내일, 내 일에 한 번 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내 소개로 바꾸고 다른 사람에게 첫 화면에서 이해한 내용과 누를 버튼을 물어봅니다. 문구 한 곳만 개선합니다.</a:t>
            </a:r>
          </a:p>
          <a:p>
            <a:pPr>
              <a:lnSpc>
                <a:spcPct val="122000"/>
              </a:lnSpc>
              <a:spcAft>
                <a:spcPts val="900"/>
              </a:spcAft>
              <a:defRPr sz="2300" b="0">
                <a:solidFill>
                  <a:srgbClr val="DBE5F0"/>
                </a:solidFill>
                <a:latin typeface="맑은 고딕"/>
              </a:defRPr>
            </a:pPr>
            <a:r>
              <a:t>• 내 파일과 공개 주소는 어떻게 다른가요? 실수로 문구를 바꾸면 어디로 돌아가나요?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64224"/>
            <a:ext cx="9601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900" b="0">
                <a:solidFill>
                  <a:srgbClr val="C8FF32"/>
                </a:solidFill>
                <a:latin typeface="맑은 고딕"/>
              </a:defRPr>
            </a:pPr>
            <a:r>
              <a:t>AI BUILDERS LAB / 2026.09 · 현장 실습판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30021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  <a:defRPr sz="1200" b="1">
                <a:solidFill>
                  <a:srgbClr val="C8FF32"/>
                </a:solidFill>
                <a:latin typeface="맑은 고딕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Codex로 나만의 홈페이지 만들기 · 현장 강의</dc:title>
  <dc:subject/>
  <dc:creator>AI Builders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